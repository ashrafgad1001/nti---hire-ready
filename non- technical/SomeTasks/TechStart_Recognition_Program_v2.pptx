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23560"/>
            <a:ext cx="12161520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🏆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468880" y="6400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TechStart Company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468880" y="1600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Program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468880" y="2514600"/>
            <a:ext cx="7772400" cy="36576"/>
          </a:xfrm>
          <a:prstGeom prst="rect">
            <a:avLst/>
          </a:prstGeom>
          <a:solidFill>
            <a:srgbClr val="4A5BB8"/>
          </a:solidFill>
          <a:ln w="12700">
            <a:solidFill>
              <a:srgbClr val="4A5B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697480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program designed to celebrate outstanding performance, foster a culture of excellence, and reward the behaviors that drive TechStart forward.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2084832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8795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51760" y="4160520"/>
            <a:ext cx="2084832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418795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51760" y="466344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4160520"/>
            <a:ext cx="2084832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18795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46320" y="466344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Punctuality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40880" y="4160520"/>
            <a:ext cx="2084832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418795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040880" y="466344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Leadership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35440" y="4160520"/>
            <a:ext cx="2084832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418795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35440" y="466344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5623560"/>
            <a:ext cx="12161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Rewarding Performance  •  Inspiring Growth  •  Building Culture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49808"/>
          </a:xfrm>
          <a:prstGeom prst="rect">
            <a:avLst/>
          </a:prstGeom>
          <a:solidFill>
            <a:srgbClr val="1A2563"/>
          </a:solidFill>
          <a:ln w="12700">
            <a:solidFill>
              <a:srgbClr val="1A25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88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 TechStart Company — Recognition Program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25780" y="841248"/>
            <a:ext cx="1691640" cy="475488"/>
          </a:xfrm>
          <a:prstGeom prst="rect">
            <a:avLst/>
          </a:prstGeom>
          <a:solidFill>
            <a:srgbClr val="1A2563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" y="841248"/>
            <a:ext cx="1691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17420" y="841248"/>
            <a:ext cx="2240280" cy="475488"/>
          </a:xfrm>
          <a:prstGeom prst="rect">
            <a:avLst/>
          </a:prstGeom>
          <a:solidFill>
            <a:srgbClr val="1A2563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17420" y="841248"/>
            <a:ext cx="22402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/ Basis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57700" y="841248"/>
            <a:ext cx="1554480" cy="475488"/>
          </a:xfrm>
          <a:prstGeom prst="rect">
            <a:avLst/>
          </a:prstGeom>
          <a:solidFill>
            <a:srgbClr val="1A2563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7700" y="841248"/>
            <a:ext cx="15544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Be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12180" y="841248"/>
            <a:ext cx="2011680" cy="475488"/>
          </a:xfrm>
          <a:prstGeom prst="rect">
            <a:avLst/>
          </a:prstGeom>
          <a:solidFill>
            <a:srgbClr val="1A2563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2180" y="841248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Will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Rewarded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23860" y="841248"/>
            <a:ext cx="1005840" cy="475488"/>
          </a:xfrm>
          <a:prstGeom prst="rect">
            <a:avLst/>
          </a:prstGeom>
          <a:solidFill>
            <a:srgbClr val="1A2563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3860" y="841248"/>
            <a:ext cx="10058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29700" y="841248"/>
            <a:ext cx="1234440" cy="475488"/>
          </a:xfrm>
          <a:prstGeom prst="rect">
            <a:avLst/>
          </a:prstGeom>
          <a:solidFill>
            <a:srgbClr val="1A2563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29700" y="841248"/>
            <a:ext cx="12344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64140" y="841248"/>
            <a:ext cx="1371600" cy="475488"/>
          </a:xfrm>
          <a:prstGeom prst="rect">
            <a:avLst/>
          </a:prstGeom>
          <a:solidFill>
            <a:srgbClr val="1A2563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64140" y="841248"/>
            <a:ext cx="13716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Headed By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5780" y="1316736"/>
            <a:ext cx="1691640" cy="1005840"/>
          </a:xfrm>
          <a:prstGeom prst="rect">
            <a:avLst/>
          </a:prstGeom>
          <a:solidFill>
            <a:srgbClr val="1A2563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4268" y="1316736"/>
            <a:ext cx="73152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" y="1316736"/>
            <a:ext cx="1691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17420" y="1316736"/>
            <a:ext cx="2240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17420" y="1316736"/>
            <a:ext cx="22402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completing group tasks and achieving team goals together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57700" y="1316736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7700" y="1316736"/>
            <a:ext cx="15544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teams &amp;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12180" y="1316736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2180" y="1316736"/>
            <a:ext cx="20116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lunch +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+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post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23860" y="1316736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3860" y="131673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9700" y="1316736"/>
            <a:ext cx="1234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29700" y="1316736"/>
            <a:ext cx="123444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meal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264140" y="1316736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64140" y="1316736"/>
            <a:ext cx="137160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5780" y="2322576"/>
            <a:ext cx="1691640" cy="1005840"/>
          </a:xfrm>
          <a:prstGeom prst="rect">
            <a:avLst/>
          </a:prstGeom>
          <a:solidFill>
            <a:srgbClr val="3B4FA0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4268" y="2322576"/>
            <a:ext cx="73152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" y="2322576"/>
            <a:ext cx="1691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17420" y="2322576"/>
            <a:ext cx="224028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17420" y="2322576"/>
            <a:ext cx="22402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 new idea that saves time or reduces company costs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57700" y="2322576"/>
            <a:ext cx="155448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57700" y="2322576"/>
            <a:ext cx="15544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12180" y="2322576"/>
            <a:ext cx="201168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2180" y="2322576"/>
            <a:ext cx="20116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 +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day off +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feature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23860" y="2322576"/>
            <a:ext cx="100584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23860" y="232257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029700" y="2322576"/>
            <a:ext cx="123444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29700" y="2322576"/>
            <a:ext cx="123444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 ($50)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day off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264140" y="2322576"/>
            <a:ext cx="137160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64140" y="2322576"/>
            <a:ext cx="137160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5780" y="3328416"/>
            <a:ext cx="1691640" cy="1005840"/>
          </a:xfrm>
          <a:prstGeom prst="rect">
            <a:avLst/>
          </a:prstGeom>
          <a:solidFill>
            <a:srgbClr val="145A32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44268" y="3328416"/>
            <a:ext cx="73152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780" y="3328416"/>
            <a:ext cx="1691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Punctuality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217420" y="3328416"/>
            <a:ext cx="2240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17420" y="3328416"/>
            <a:ext cx="22402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attendance record and zero absence throughout the month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457700" y="3328416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57700" y="3328416"/>
            <a:ext cx="15544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employees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12180" y="3328416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12180" y="3328416"/>
            <a:ext cx="20116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 email +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gift +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recognition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023860" y="3328416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23860" y="332841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029700" y="3328416"/>
            <a:ext cx="1234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29700" y="3328416"/>
            <a:ext cx="123444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gift +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 card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264140" y="3328416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64140" y="3328416"/>
            <a:ext cx="137160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Supervisor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25780" y="4334256"/>
            <a:ext cx="1691640" cy="1005840"/>
          </a:xfrm>
          <a:prstGeom prst="rect">
            <a:avLst/>
          </a:prstGeom>
          <a:solidFill>
            <a:srgbClr val="7B3100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44268" y="4334256"/>
            <a:ext cx="73152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5780" y="4334256"/>
            <a:ext cx="1691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Leadership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217420" y="4334256"/>
            <a:ext cx="224028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17420" y="4334256"/>
            <a:ext cx="22402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lead the team effectively and solve critical problems under pressure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457700" y="4334256"/>
            <a:ext cx="155448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57700" y="4334256"/>
            <a:ext cx="15544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leaders &amp;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staff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012180" y="4334256"/>
            <a:ext cx="201168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12180" y="4334256"/>
            <a:ext cx="20116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trophy +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bonus +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consideration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023860" y="4334256"/>
            <a:ext cx="100584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23860" y="433425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Bi-annually 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029700" y="4334256"/>
            <a:ext cx="123444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29700" y="4334256"/>
            <a:ext cx="123444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bonus +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Trophy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0264140" y="4334256"/>
            <a:ext cx="137160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264140" y="4334256"/>
            <a:ext cx="137160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25780" y="5340096"/>
            <a:ext cx="1691640" cy="1005840"/>
          </a:xfrm>
          <a:prstGeom prst="rect">
            <a:avLst/>
          </a:prstGeom>
          <a:solidFill>
            <a:srgbClr val="0D5A7A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144268" y="5340096"/>
            <a:ext cx="73152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5780" y="5340096"/>
            <a:ext cx="1691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217420" y="5340096"/>
            <a:ext cx="2240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17420" y="5340096"/>
            <a:ext cx="22402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high customer satisfaction scores and positive client feedback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457700" y="5340096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57700" y="5340096"/>
            <a:ext cx="15544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012180" y="5340096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012180" y="5340096"/>
            <a:ext cx="201168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 of Month" title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Gift voucher +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badge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023860" y="5340096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23860" y="534009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9029700" y="5340096"/>
            <a:ext cx="1234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029700" y="5340096"/>
            <a:ext cx="123444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voucher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10264140" y="5340096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264140" y="5340096"/>
            <a:ext cx="1371600" cy="100584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525780" y="6473952"/>
            <a:ext cx="11109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 recognitions are subject to management approval and budget availability.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TechStart Recognition Program</dc:title>
  <dc:subject>PptxGenJS Presentation</dc:subject>
  <dc:creator>PptxGenJS</dc:creator>
  <cp:lastModifiedBy>PptxGenJS</cp:lastModifiedBy>
  <cp:revision>1</cp:revision>
  <dcterms:created xsi:type="dcterms:W3CDTF">2026-04-16T13:25:48Z</dcterms:created>
  <dcterms:modified xsi:type="dcterms:W3CDTF">2026-04-16T13:25:48Z</dcterms:modified>
</cp:coreProperties>
</file>