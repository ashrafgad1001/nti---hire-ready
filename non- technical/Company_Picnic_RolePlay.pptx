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A7BEAE"/>
                </a:solidFill>
              </a:rPr>
              <a:t>GROUP 5  ·  ROLE PLAY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Picnic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65760" y="3063240"/>
            <a:ext cx="2286000" cy="3657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E8D1"/>
                </a:solidFill>
              </a:rPr>
              <a:t>Scenario: Organize a company picnic — activities, food &amp; entertainment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EAE"/>
                </a:solidFill>
              </a:rPr>
              <a:t>Objective: Practice event planning and collaboration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82880"/>
            <a:ext cx="1645920" cy="1645920"/>
          </a:xfrm>
          <a:prstGeom prst="ellipse">
            <a:avLst/>
          </a:prstGeom>
          <a:solidFill>
            <a:srgbClr val="B85042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0" y="3474720"/>
            <a:ext cx="1097280" cy="1097280"/>
          </a:xfrm>
          <a:prstGeom prst="ellipse">
            <a:avLst/>
          </a:prstGeom>
          <a:solidFill>
            <a:srgbClr val="A7BEAE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164592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1732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</a:rPr>
              <a:t>Opening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Manager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opens meeting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1920240"/>
            <a:ext cx="91440" cy="36576"/>
          </a:xfrm>
          <a:prstGeom prst="rect">
            <a:avLst/>
          </a:prstGeom>
          <a:solidFill>
            <a:srgbClr val="B85042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128016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03120" y="1280160"/>
            <a:ext cx="1645920" cy="73152"/>
          </a:xfrm>
          <a:prstGeom prst="rect">
            <a:avLst/>
          </a:prstGeom>
          <a:solidFill>
            <a:srgbClr val="C0634F"/>
          </a:solidFill>
          <a:ln/>
        </p:spPr>
      </p:sp>
      <p:sp>
        <p:nvSpPr>
          <p:cNvPr id="13" name="Shape 11"/>
          <p:cNvSpPr/>
          <p:nvPr/>
        </p:nvSpPr>
        <p:spPr>
          <a:xfrm>
            <a:off x="2651760" y="1417320"/>
            <a:ext cx="548640" cy="548640"/>
          </a:xfrm>
          <a:prstGeom prst="ellipse">
            <a:avLst/>
          </a:prstGeom>
          <a:solidFill>
            <a:srgbClr val="C0634F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</a:rPr>
              <a:t>Food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9456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Food ideas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budget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1920240"/>
            <a:ext cx="91440" cy="36576"/>
          </a:xfrm>
          <a:prstGeom prst="rect">
            <a:avLst/>
          </a:prstGeom>
          <a:solidFill>
            <a:srgbClr val="B85042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128016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1280160"/>
            <a:ext cx="1645920" cy="7315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0" name="Shape 18"/>
          <p:cNvSpPr/>
          <p:nvPr/>
        </p:nvSpPr>
        <p:spPr>
          <a:xfrm>
            <a:off x="4389120" y="1417320"/>
            <a:ext cx="548640" cy="5486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3192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</a:rPr>
              <a:t>Activities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3192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Games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schedule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0" y="1920240"/>
            <a:ext cx="91440" cy="36576"/>
          </a:xfrm>
          <a:prstGeom prst="rect">
            <a:avLst/>
          </a:prstGeom>
          <a:solidFill>
            <a:srgbClr val="B85042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28016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1280160"/>
            <a:ext cx="1645920" cy="73152"/>
          </a:xfrm>
          <a:prstGeom prst="rect">
            <a:avLst/>
          </a:prstGeom>
          <a:solidFill>
            <a:srgbClr val="2F3C5E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1417320"/>
            <a:ext cx="548640" cy="548640"/>
          </a:xfrm>
          <a:prstGeom prst="ellipse">
            <a:avLst/>
          </a:prstGeom>
          <a:solidFill>
            <a:srgbClr val="2F3C5E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</a:rPr>
              <a:t>Discussion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Vote 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location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23760" y="1920240"/>
            <a:ext cx="91440" cy="36576"/>
          </a:xfrm>
          <a:prstGeom prst="rect">
            <a:avLst/>
          </a:prstGeom>
          <a:solidFill>
            <a:srgbClr val="B85042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0" y="128016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0" y="1280160"/>
            <a:ext cx="1645920" cy="73152"/>
          </a:xfrm>
          <a:prstGeom prst="rect">
            <a:avLst/>
          </a:prstGeom>
          <a:solidFill>
            <a:srgbClr val="5A7A6B"/>
          </a:solidFill>
          <a:ln/>
        </p:spPr>
      </p:sp>
      <p:sp>
        <p:nvSpPr>
          <p:cNvPr id="34" name="Shape 32"/>
          <p:cNvSpPr/>
          <p:nvPr/>
        </p:nvSpPr>
        <p:spPr>
          <a:xfrm>
            <a:off x="7863840" y="1417320"/>
            <a:ext cx="548640" cy="548640"/>
          </a:xfrm>
          <a:prstGeom prst="ellipse">
            <a:avLst/>
          </a:prstGeom>
          <a:solidFill>
            <a:srgbClr val="5A7A6B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0664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</a:rPr>
              <a:t>Summary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406640" y="2606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Secretary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wraps up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🎙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Manager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2514600"/>
            <a:ext cx="2468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26517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Opens the meeting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Drives the discussion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Closes with decision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Lines: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1097280" cy="228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822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OPENING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5486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54864" cy="5943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972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"Good morning everyone! We're here to plan our company picnic. Let's start with the food coordinator."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2011680"/>
            <a:ext cx="1097280" cy="228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TRANSITION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2286000"/>
            <a:ext cx="5486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286000"/>
            <a:ext cx="54864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286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"Great ideas! Now let's hear from our Activities Planner."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0" y="3017520"/>
            <a:ext cx="1097280" cy="228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VOTE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3291840"/>
            <a:ext cx="5486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291840"/>
            <a:ext cx="54864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291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"Excellent! Now — shall we go to the city park or the beach?"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0" y="4023360"/>
            <a:ext cx="1097280" cy="2286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CLOSING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4297680"/>
            <a:ext cx="5486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4297680"/>
            <a:ext cx="54864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4297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"The park it is! Thank you all. Meeting adjourned!"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063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🍔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Coordinator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2514600"/>
            <a:ext cx="2468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26517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Suggests food &amp; drinks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Presents the budget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Responds to ideas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Lines: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1097280" cy="228600"/>
          </a:xfrm>
          <a:prstGeom prst="rect">
            <a:avLst/>
          </a:prstGeom>
          <a:solidFill>
            <a:srgbClr val="C0634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822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SUGGESTIONS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5486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54864" cy="594360"/>
          </a:xfrm>
          <a:prstGeom prst="rect">
            <a:avLst/>
          </a:prstGeom>
          <a:solidFill>
            <a:srgbClr val="C0634F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972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"I suggest a BBQ station, sandwiches, fresh salads, and soft drinks — plus a dessert table with fruits and sweets."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2011680"/>
            <a:ext cx="1097280" cy="228600"/>
          </a:xfrm>
          <a:prstGeom prst="rect">
            <a:avLst/>
          </a:prstGeom>
          <a:solidFill>
            <a:srgbClr val="C0634F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BUDGET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2286000"/>
            <a:ext cx="5486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286000"/>
            <a:ext cx="54864" cy="411480"/>
          </a:xfrm>
          <a:prstGeom prst="rect">
            <a:avLst/>
          </a:prstGeom>
          <a:solidFill>
            <a:srgbClr val="C0634F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286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"The estimated budget is around $500. Does everyone agree?"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0" y="3017520"/>
            <a:ext cx="1097280" cy="228600"/>
          </a:xfrm>
          <a:prstGeom prst="rect">
            <a:avLst/>
          </a:prstGeom>
          <a:solidFill>
            <a:srgbClr val="C0634F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RESPOND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3291840"/>
            <a:ext cx="5486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291840"/>
            <a:ext cx="54864" cy="411480"/>
          </a:xfrm>
          <a:prstGeom prst="rect">
            <a:avLst/>
          </a:prstGeom>
          <a:solidFill>
            <a:srgbClr val="C0634F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291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"Of course! I'll add juice to the list — great idea!"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0" y="4023360"/>
            <a:ext cx="1097280" cy="228600"/>
          </a:xfrm>
          <a:prstGeom prst="rect">
            <a:avLst/>
          </a:prstGeom>
          <a:solidFill>
            <a:srgbClr val="C0634F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LOCATION VOTE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4297680"/>
            <a:ext cx="5486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4297680"/>
            <a:ext cx="54864" cy="411480"/>
          </a:xfrm>
          <a:prstGeom prst="rect">
            <a:avLst/>
          </a:prstGeom>
          <a:solidFill>
            <a:srgbClr val="C0634F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4297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"I prefer the park — it's much easier to set up the BBQ there."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⚽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 Planner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2514600"/>
            <a:ext cx="2468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26517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Proposes games &amp; fun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Presents the schedule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Incorporates team ideas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Lines: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1097280" cy="2286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822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ACTIVITIES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54864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54864" cy="59436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972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"I suggest a football match, tug of war, live music after lunch, and a prize ceremony at the end."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2011680"/>
            <a:ext cx="1097280" cy="2286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SCHEDULE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2286000"/>
            <a:ext cx="5486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286000"/>
            <a:ext cx="54864" cy="4114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286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"The picnic runs from 10 AM to 4 PM. Does this work for everyone?"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0" y="3017520"/>
            <a:ext cx="1097280" cy="2286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RESPOND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3291840"/>
            <a:ext cx="5486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291840"/>
            <a:ext cx="54864" cy="4114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291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"A photo booth? Wonderful idea! I'll add it to the schedule."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0" y="4023360"/>
            <a:ext cx="1097280" cy="2286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LOCATION VOTE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4297680"/>
            <a:ext cx="5486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4297680"/>
            <a:ext cx="54864" cy="41148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4297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"I also prefer the park — much more space for the games."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2F3C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2514600"/>
            <a:ext cx="24688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26517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Takes notes throughout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Contributes to discussion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Delivers final summary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Lines: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1097280" cy="228600"/>
          </a:xfrm>
          <a:prstGeom prst="rect">
            <a:avLst/>
          </a:prstGeom>
          <a:solidFill>
            <a:srgbClr val="2F3C5E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822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DURING MTG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5486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54864" cy="411480"/>
          </a:xfrm>
          <a:prstGeom prst="rect">
            <a:avLst/>
          </a:prstGeom>
          <a:solidFill>
            <a:srgbClr val="2F3C5E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97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""Noted!" / "Got it!" — take notes quietly while others speak."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1097280" cy="228600"/>
          </a:xfrm>
          <a:prstGeom prst="rect">
            <a:avLst/>
          </a:prstGeom>
          <a:solidFill>
            <a:srgbClr val="2F3C5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828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LOCATION VOTE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2103120"/>
            <a:ext cx="5486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103120"/>
            <a:ext cx="54864" cy="411480"/>
          </a:xfrm>
          <a:prstGeom prst="rect">
            <a:avLst/>
          </a:prstGeom>
          <a:solidFill>
            <a:srgbClr val="2F3C5E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103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"I also think the park is the better choice."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0" y="2834640"/>
            <a:ext cx="1097280" cy="228600"/>
          </a:xfrm>
          <a:prstGeom prst="rect">
            <a:avLst/>
          </a:prstGeom>
          <a:solidFill>
            <a:srgbClr val="2F3C5E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SUMMARY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3108960"/>
            <a:ext cx="54864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108960"/>
            <a:ext cx="54864" cy="777240"/>
          </a:xfrm>
          <a:prstGeom prst="rect">
            <a:avLst/>
          </a:prstGeom>
          <a:solidFill>
            <a:srgbClr val="2F3C5E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1089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"Location: City Park. Food: BBQ, sandwiches, salads &amp; drinks. Activities: Football, tug of war, photo booth &amp; live music. Time: 10 AM – 4 PM."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0" y="4206240"/>
            <a:ext cx="1097280" cy="228600"/>
          </a:xfrm>
          <a:prstGeom prst="rect">
            <a:avLst/>
          </a:prstGeom>
          <a:solidFill>
            <a:srgbClr val="2F3C5E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4206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CLOSE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4480560"/>
            <a:ext cx="54864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4480560"/>
            <a:ext cx="54864" cy="411480"/>
          </a:xfrm>
          <a:prstGeom prst="rect">
            <a:avLst/>
          </a:prstGeom>
          <a:solidFill>
            <a:srgbClr val="2F3C5E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4480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E2E"/>
                </a:solidFill>
              </a:rPr>
              <a:t>"I'll send everyone the full plan by email tomorrow. Thank you!"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Dialogue Script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4864" cy="3474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1051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Manager: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E8D1"/>
                </a:solidFill>
              </a:rPr>
              <a:t>"Good morning everyone! We're here to plan our company picnic. Let's start with the food coordinator."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72184"/>
            <a:ext cx="54864" cy="347472"/>
          </a:xfrm>
          <a:prstGeom prst="rect">
            <a:avLst/>
          </a:prstGeom>
          <a:solidFill>
            <a:srgbClr val="C0634F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4721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634F"/>
                </a:solidFill>
              </a:rPr>
              <a:t>Food: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4721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E8D1"/>
                </a:solidFill>
              </a:rPr>
              <a:t>"I suggest BBQ, sandwiches, salads &amp; drinks. Budget: ~$500. Does everyone agree?"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54864" cy="3474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8928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Manager: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1892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E8D1"/>
                </a:solidFill>
              </a:rPr>
              <a:t>"Great! Now let's hear from our Activities Planner."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13432"/>
            <a:ext cx="54864" cy="34747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313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EAE"/>
                </a:solidFill>
              </a:rPr>
              <a:t>Activities: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2313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E8D1"/>
                </a:solidFill>
              </a:rPr>
              <a:t>"Football, tug of war, live music &amp; prizes. From 10 AM to 4 PM. Any suggestions?"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34056"/>
            <a:ext cx="54864" cy="347472"/>
          </a:xfrm>
          <a:prstGeom prst="rect">
            <a:avLst/>
          </a:prstGeom>
          <a:solidFill>
            <a:srgbClr val="6A88C0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7340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88C0"/>
                </a:solidFill>
              </a:rPr>
              <a:t>Secretary: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27340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E8D1"/>
                </a:solidFill>
              </a:rPr>
              <a:t>"Can we add a photo booth?"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54864" cy="34747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1051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EAE"/>
                </a:solidFill>
              </a:rPr>
              <a:t>Activities: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1051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E8D1"/>
                </a:solidFill>
              </a:rPr>
              <a:t>"Love it! Added to the schedule."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472184"/>
            <a:ext cx="54864" cy="3474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14721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Manager: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14721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E8D1"/>
                </a:solidFill>
              </a:rPr>
              <a:t>"City park or beach — let's vote!"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892808"/>
            <a:ext cx="54864" cy="34747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18928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All 3: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1892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E8D1"/>
                </a:solidFill>
              </a:rPr>
              <a:t>"The park! (Food: easier BBQ setup · Activities: more space · Secretary: sounds perfect)"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313432"/>
            <a:ext cx="54864" cy="347472"/>
          </a:xfrm>
          <a:prstGeom prst="rect">
            <a:avLst/>
          </a:prstGeom>
          <a:solidFill>
            <a:srgbClr val="6A88C0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2313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88C0"/>
                </a:solidFill>
              </a:rPr>
              <a:t>Secretary: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2313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E8D1"/>
                </a:solidFill>
              </a:rPr>
              <a:t>"Summary: City Park, 10 AM–4 PM. Food + Activities confirmed. Email plan sent tomorrow!"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734056"/>
            <a:ext cx="54864" cy="3474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27340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</a:rPr>
              <a:t>Manager: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27340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E8D1"/>
                </a:solidFill>
              </a:rPr>
              <a:t>"Thank you all! Meeting adjourned. See you at the picnic! 🎉"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3C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 for a Great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" cy="1508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298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</a:rPr>
              <a:t>Don't memorize word-for-word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Understand the ideas and speak naturally. Real conversations are flexible!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188720"/>
            <a:ext cx="54864" cy="1508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👀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760720" y="1298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</a:rPr>
              <a:t>Make eye contact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Look at your teammates when speaking — it makes the interaction feel real.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54864" cy="1508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✋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88720" y="3035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</a:rPr>
              <a:t>React to each other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429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Say 'Great idea!', 'I agree', 'What about...?' — make it a real discussion.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92608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926080"/>
            <a:ext cx="54864" cy="1508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760720" y="3035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</a:rPr>
              <a:t>Know your role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3429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Each person has ONE main job. Focus on doing it well rather than doing everything.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Picnic Role Play</dc:title>
  <dc:subject>PptxGenJS Presentation</dc:subject>
  <dc:creator>PptxGenJS</dc:creator>
  <cp:lastModifiedBy>PptxGenJS</cp:lastModifiedBy>
  <cp:revision>1</cp:revision>
  <dcterms:created xsi:type="dcterms:W3CDTF">2026-04-13T20:54:20Z</dcterms:created>
  <dcterms:modified xsi:type="dcterms:W3CDTF">2026-04-13T20:54:20Z</dcterms:modified>
</cp:coreProperties>
</file>