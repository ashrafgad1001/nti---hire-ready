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914400"/>
            <a:ext cx="228600" cy="228600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914400"/>
            <a:ext cx="228600" cy="228600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914400"/>
            <a:ext cx="228600" cy="228600"/>
          </a:xfrm>
          <a:prstGeom prst="ellipse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91640" y="914400"/>
            <a:ext cx="228600" cy="228600"/>
          </a:xfrm>
          <a:prstGeom prst="ellipse">
            <a:avLst/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Management Techniques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Focus — Group Activity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3200400" cy="2743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F9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Divided into 4 Persons  •  Each person has a specific role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931920"/>
            <a:ext cx="1920240" cy="777240"/>
          </a:xfrm>
          <a:prstGeom prst="rect">
            <a:avLst/>
          </a:prstGeom>
          <a:solidFill>
            <a:srgbClr val="534AB7">
              <a:alpha val="20000"/>
            </a:srgbClr>
          </a:solidFill>
          <a:ln w="19050">
            <a:solidFill>
              <a:srgbClr val="534A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93192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1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606040" y="3931920"/>
            <a:ext cx="1920240" cy="777240"/>
          </a:xfrm>
          <a:prstGeom prst="rect">
            <a:avLst/>
          </a:prstGeom>
          <a:solidFill>
            <a:srgbClr val="0F6E56">
              <a:alpha val="20000"/>
            </a:srgbClr>
          </a:solidFill>
          <a:ln w="19050">
            <a:solidFill>
              <a:srgbClr val="0F6E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393192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2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0" y="3931920"/>
            <a:ext cx="1920240" cy="777240"/>
          </a:xfrm>
          <a:prstGeom prst="rect">
            <a:avLst/>
          </a:prstGeom>
          <a:solidFill>
            <a:srgbClr val="854F0B">
              <a:alpha val="20000"/>
            </a:srgbClr>
          </a:solidFill>
          <a:ln w="19050">
            <a:solidFill>
              <a:srgbClr val="854F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393192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3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Avoidable vs. Managed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903720" y="3931920"/>
            <a:ext cx="1920240" cy="777240"/>
          </a:xfrm>
          <a:prstGeom prst="rect">
            <a:avLst/>
          </a:prstGeom>
          <a:solidFill>
            <a:srgbClr val="993C1D">
              <a:alpha val="20000"/>
            </a:srgbClr>
          </a:solidFill>
          <a:ln w="19050">
            <a:solidFill>
              <a:srgbClr val="993C1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393192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4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Fix vs. Long-Term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37160"/>
            <a:ext cx="1005840" cy="411480"/>
          </a:xfrm>
          <a:prstGeom prst="roundRect">
            <a:avLst>
              <a:gd name="adj" fmla="val 11111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508760" y="91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 Ideas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08760" y="5486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as many stress management techniques as possible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4114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97280"/>
            <a:ext cx="64008" cy="64008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252728"/>
            <a:ext cx="329184" cy="329184"/>
          </a:xfrm>
          <a:prstGeom prst="ellipse">
            <a:avLst/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252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32688" y="115214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study schedule &amp; stick to it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32688" y="1426464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your week every Sunday evening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17720" y="1097280"/>
            <a:ext cx="4114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7720" y="1097280"/>
            <a:ext cx="64008" cy="64008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1252728"/>
            <a:ext cx="329184" cy="329184"/>
          </a:xfrm>
          <a:prstGeom prst="ellipse">
            <a:avLst/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2527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84648" y="115214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big tasks into small steps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184648" y="1426464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try to study everything at once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1810512"/>
            <a:ext cx="4114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1810512"/>
            <a:ext cx="64008" cy="64008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1965960"/>
            <a:ext cx="329184" cy="329184"/>
          </a:xfrm>
          <a:prstGeom prst="ellipse">
            <a:avLst/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1965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32688" y="186537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Pomodoro Technique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32688" y="2139696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 study + 5 min break, repeat 4 times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17720" y="1810512"/>
            <a:ext cx="4114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17720" y="1810512"/>
            <a:ext cx="64008" cy="64008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1965960"/>
            <a:ext cx="329184" cy="329184"/>
          </a:xfrm>
          <a:prstGeom prst="ellipse">
            <a:avLst/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1965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84648" y="186537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teachers or classmates for help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184648" y="2139696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struggle alone — reach out early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65760" y="2523744"/>
            <a:ext cx="4114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2523744"/>
            <a:ext cx="64008" cy="64008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2679192"/>
            <a:ext cx="329184" cy="329184"/>
          </a:xfrm>
          <a:prstGeom prst="ellipse">
            <a:avLst/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2679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32688" y="257860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in groups or pairs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932688" y="2852928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ideas and explaining helps retention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617720" y="2523744"/>
            <a:ext cx="4114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17720" y="2523744"/>
            <a:ext cx="64008" cy="64008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54880" y="2679192"/>
            <a:ext cx="329184" cy="329184"/>
          </a:xfrm>
          <a:prstGeom prst="ellipse">
            <a:avLst/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2679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184648" y="257860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to calm music while studying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5184648" y="2852928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focus and reduces anxiety levels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37160"/>
            <a:ext cx="1005840" cy="411480"/>
          </a:xfrm>
          <a:prstGeom prst="roundRect">
            <a:avLst>
              <a:gd name="adj" fmla="val 11111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508760" y="91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08760" y="5486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all ideas from Person 1 into clear categories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84124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271016"/>
            <a:ext cx="365760" cy="365760"/>
          </a:xfrm>
          <a:prstGeom prst="ellipse">
            <a:avLst/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71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11978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1463040"/>
            <a:ext cx="7498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management, planning ahead, revision techniques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1874520"/>
            <a:ext cx="84124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002536"/>
            <a:ext cx="365760" cy="365760"/>
          </a:xfrm>
          <a:prstGeom prst="ellipse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002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19293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2194560"/>
            <a:ext cx="7498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Journaling, talking to someone, positive self-talk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606040"/>
            <a:ext cx="84124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2734056"/>
            <a:ext cx="365760" cy="365760"/>
          </a:xfrm>
          <a:prstGeom prst="ellipse">
            <a:avLst/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734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26609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2926080"/>
            <a:ext cx="7498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Exercise, deep breathing, sleep routines, nutrition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3337560"/>
            <a:ext cx="84124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3465576"/>
            <a:ext cx="365760" cy="365760"/>
          </a:xfrm>
          <a:prstGeom prst="ellipse">
            <a:avLst/>
          </a:prstGeom>
          <a:solidFill>
            <a:srgbClr val="FAECE7"/>
          </a:solidFill>
          <a:ln w="12700">
            <a:solidFill>
              <a:srgbClr val="FAEC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4655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05840" y="33924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05840" y="3657600"/>
            <a:ext cx="7498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groups, family support, peer discussions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" y="4069080"/>
            <a:ext cx="84124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4197096"/>
            <a:ext cx="365760" cy="36576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197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05840" y="41239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/ Personal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05840" y="4389120"/>
            <a:ext cx="7498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Meditation, hobbies, mindfulness, digital detox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37160"/>
            <a:ext cx="1005840" cy="411480"/>
          </a:xfrm>
          <a:prstGeom prst="roundRect">
            <a:avLst>
              <a:gd name="adj" fmla="val 11111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508760" y="91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Avoidable vs. Manageable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08760" y="5486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what can be stopped entirely — and what can only be reduced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4069080" cy="411480"/>
          </a:xfrm>
          <a:prstGeom prst="rect">
            <a:avLst/>
          </a:prstGeom>
          <a:solidFill>
            <a:srgbClr val="E1F5E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5156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7C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Avoidable Stressors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4069080" cy="411480"/>
          </a:xfrm>
          <a:prstGeom prst="rect">
            <a:avLst/>
          </a:prstGeom>
          <a:solidFill>
            <a:srgbClr val="FAEED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05156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Manageable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572768"/>
            <a:ext cx="40690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572768"/>
            <a:ext cx="64008" cy="86868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6184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AVOID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2920" y="18013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Procrastination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02920" y="20848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stopped by planning ahead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578608"/>
            <a:ext cx="40690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578608"/>
            <a:ext cx="64008" cy="86868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6243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AVOID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28072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deadlines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02920" y="30906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calendar or reminder app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3584448"/>
            <a:ext cx="40690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584448"/>
            <a:ext cx="64008" cy="86868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6301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AVOID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2920" y="38130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Studying in a noisy place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02920" y="40965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quiet study space in advance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63440" y="1572768"/>
            <a:ext cx="40690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1572768"/>
            <a:ext cx="64008" cy="868680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16184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800600" y="18013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pressure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800600" y="20848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be removed — but can be handled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63440" y="2578608"/>
            <a:ext cx="40690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2578608"/>
            <a:ext cx="64008" cy="868680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26243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800600" y="28072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of failure or bad grades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800600" y="30906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on mindset and preparation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663440" y="3584448"/>
            <a:ext cx="40690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63440" y="3584448"/>
            <a:ext cx="64008" cy="868680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36301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800600" y="38130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academic workload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4800600" y="40965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by prioritizing tasks wisely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37160"/>
            <a:ext cx="1005840" cy="411480"/>
          </a:xfrm>
          <a:prstGeom prst="roundRect">
            <a:avLst>
              <a:gd name="adj" fmla="val 11111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508760" y="91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Fixes vs. Long-Term Solutions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08760" y="5486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ED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how lasting each stress management technique is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4069080" cy="411480"/>
          </a:xfrm>
          <a:prstGeom prst="rect">
            <a:avLst/>
          </a:prstGeom>
          <a:solidFill>
            <a:srgbClr val="FAECE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5156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Fixes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051560"/>
            <a:ext cx="4069080" cy="411480"/>
          </a:xfrm>
          <a:prstGeom prst="rect">
            <a:avLst/>
          </a:prstGeom>
          <a:solidFill>
            <a:srgbClr val="EEED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05156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Solutions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572768"/>
            <a:ext cx="40690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572768"/>
            <a:ext cx="64008" cy="868680"/>
          </a:xfrm>
          <a:prstGeom prst="rect">
            <a:avLst/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6184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FIX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2920" y="18013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breathing (4-7-8 technique)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02920" y="20848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Calms the body in under 2 minutes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578608"/>
            <a:ext cx="40690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578608"/>
            <a:ext cx="64008" cy="868680"/>
          </a:xfrm>
          <a:prstGeom prst="rect">
            <a:avLst/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6243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FIX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02920" y="28072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short walk outside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02920" y="30906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Clears the mind quickly and boosts mood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3584448"/>
            <a:ext cx="40690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584448"/>
            <a:ext cx="64008" cy="868680"/>
          </a:xfrm>
          <a:prstGeom prst="rect">
            <a:avLst/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6301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FIX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2920" y="38130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to music or watch something funny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02920" y="40965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mood boost and distraction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63440" y="1572768"/>
            <a:ext cx="40690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1572768"/>
            <a:ext cx="64008" cy="86868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16184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800600" y="18013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consistent study routine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800600" y="20848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last-minute panic over time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63440" y="2578608"/>
            <a:ext cx="40690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2578608"/>
            <a:ext cx="64008" cy="86868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26243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800600" y="28072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sleep habits (7-8 hours)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800600" y="30906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focus, memory, and mood daily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663440" y="3584448"/>
            <a:ext cx="40690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63440" y="3584448"/>
            <a:ext cx="64008" cy="86868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363016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800600" y="38130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mindfulness or meditation daily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4800600" y="40965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long-term mental resilience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Together — Prepare to Share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person presents their part in 1–2 minutes, then the group gives one final summary.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69080" cy="1463040"/>
          </a:xfrm>
          <a:prstGeom prst="rect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534AB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64008" cy="146304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" y="1536192"/>
            <a:ext cx="457200" cy="457200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14630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1 — Brainstorming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190195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your list of techniques. Aim for at least 8–10 ideas and explain each one briefly.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00600" y="1371600"/>
            <a:ext cx="4069080" cy="1463040"/>
          </a:xfrm>
          <a:prstGeom prst="rect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F6E5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0600" y="1371600"/>
            <a:ext cx="64008" cy="146304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56048" y="1536192"/>
            <a:ext cx="457200" cy="457200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56048" y="1536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532120" y="14630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2 — Categorizing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532120" y="190195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categories and explain why you grouped techniques together. Use examples.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063240"/>
            <a:ext cx="4069080" cy="1463040"/>
          </a:xfrm>
          <a:prstGeom prst="rect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854F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063240"/>
            <a:ext cx="64008" cy="1463040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" y="3227832"/>
            <a:ext cx="457200" cy="457200"/>
          </a:xfrm>
          <a:prstGeom prst="ellipse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" y="3227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88720" y="31546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3 — Avoidable vs. Manageable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88720" y="359359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which stressors we can stop vs. only manage — with a real academic example for each.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00600" y="3063240"/>
            <a:ext cx="4069080" cy="1463040"/>
          </a:xfrm>
          <a:prstGeom prst="rect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993C1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00600" y="3063240"/>
            <a:ext cx="64008" cy="1463040"/>
          </a:xfrm>
          <a:prstGeom prst="rect">
            <a:avLst/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56048" y="3227832"/>
            <a:ext cx="457200" cy="457200"/>
          </a:xfrm>
          <a:prstGeom prst="ellipse">
            <a:avLst/>
          </a:prstGeom>
          <a:solidFill>
            <a:srgbClr val="993C1D"/>
          </a:solidFill>
          <a:ln w="12700">
            <a:solidFill>
              <a:srgbClr val="993C1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6048" y="3227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532120" y="31546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4 — Quick Fix vs. Long-Term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532120" y="3593592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two types and explain why long-term habits matter more for lasting stress relief.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Stress Management Techniques</dc:title>
  <dc:subject>PptxGenJS Presentation</dc:subject>
  <dc:creator>PptxGenJS</dc:creator>
  <cp:lastModifiedBy>PptxGenJS</cp:lastModifiedBy>
  <cp:revision>1</cp:revision>
  <dcterms:created xsi:type="dcterms:W3CDTF">2026-04-17T12:18:49Z</dcterms:created>
  <dcterms:modified xsi:type="dcterms:W3CDTF">2026-04-17T12:18:49Z</dcterms:modified>
</cp:coreProperties>
</file>