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457200"/>
            <a:ext cx="3657600" cy="3657600"/>
          </a:xfrm>
          <a:prstGeom prst="ellipse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1097280"/>
            <a:ext cx="2377440" cy="2377440"/>
          </a:xfrm>
          <a:prstGeom prst="ellipse">
            <a:avLst/>
          </a:prstGeom>
          <a:solidFill>
            <a:srgbClr val="E94560">
              <a:alpha val="5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SUDDEN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CHANGE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320040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Adapting, Staying Productive &amp; Helping Others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56032" y="4160520"/>
            <a:ext cx="1316736" cy="7315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416052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09928" y="4160520"/>
            <a:ext cx="1316736" cy="731520"/>
          </a:xfrm>
          <a:prstGeom prst="rect">
            <a:avLst/>
          </a:prstGeom>
          <a:solidFill>
            <a:srgbClr val="8B1A1A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9928" y="416052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63824" y="4160520"/>
            <a:ext cx="1316736" cy="731520"/>
          </a:xfrm>
          <a:prstGeom prst="rect">
            <a:avLst/>
          </a:prstGeom>
          <a:solidFill>
            <a:srgbClr val="0D5C63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416052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Learning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4160520"/>
            <a:ext cx="1316736" cy="731520"/>
          </a:xfrm>
          <a:prstGeom prst="rect">
            <a:avLst/>
          </a:prstGeom>
          <a:solidFill>
            <a:srgbClr val="4A3728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416052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Team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71616" y="4160520"/>
            <a:ext cx="1316736" cy="731520"/>
          </a:xfrm>
          <a:prstGeom prst="rect">
            <a:avLst/>
          </a:prstGeom>
          <a:solidFill>
            <a:srgbClr val="5C2D91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416052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5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Positive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25512" y="4160520"/>
            <a:ext cx="1316736" cy="731520"/>
          </a:xfrm>
          <a:prstGeom prst="rect">
            <a:avLst/>
          </a:prstGeom>
          <a:solidFill>
            <a:srgbClr val="1A3A1A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25512" y="416052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6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🎤  INTRODUCTION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164592" cy="361188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79552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everyone!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 are going to talk about Sudden System Change.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careers, change can happen at any time, and sometimes it comes without warning.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we must always be ready to adapt.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is not just a skill… it is the key to success in any workplace.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let's move to the challenge.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SYSTEM CHANGE  |  Person 1: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🎤  THE CHALLENGE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212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164592" cy="36118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47548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this situation: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suddenly replaces the software you are familiar with, with a completely new system.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deadlines are still the same, but now everyone feels confused and under pressure.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trying to understand the new system while still finishing their tasks on time.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 be a very stressful and difficult situation for any team.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how can we deal with this challenge? Let's find out.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806440" y="1097280"/>
            <a:ext cx="2971800" cy="1691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0972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KEY ISSUES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536192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unfamiliar system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tight deadlines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and pressure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06440" y="2926080"/>
            <a:ext cx="2971800" cy="1783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292608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REALITY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346704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can come at any moment. The real question is: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your team respond?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SYSTEM CHANGE  |  Person 2: The Challenge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🛠  QUICK LEARNING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164592" cy="3611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44805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we need to focus on learning quickly.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panicking, we should stay calm and start with the basics.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watch tutorials, read guides, or ask for a short training session.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step, we will understand the system better and become more confident.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will help us stay productive even during the transition.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0" y="1097280"/>
            <a:ext cx="3291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1097280"/>
            <a:ext cx="502920" cy="1078992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097280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80760" y="1170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 Watch Tutorials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152704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YouTube guides or official training videos for the new system.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0" y="2313432"/>
            <a:ext cx="3291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2313432"/>
            <a:ext cx="502920" cy="1078992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313432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80760" y="23865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Read the Guides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7432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Quick-start manuals and FAQs can answer most basic questions fast.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0" y="3529584"/>
            <a:ext cx="3291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3529584"/>
            <a:ext cx="502920" cy="1078992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3529584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0760" y="360273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🙋  Ask for Training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395935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short session from IT or a colleague who learned it first.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SYSTEM CHANGE  |  Person 3: Quick Learning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🛠  HELPING THE TEAM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164592" cy="361188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44805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Second, teamwork plays a very important role.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learns a new feature, they should share it with others.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each other saves time and reduces stress for everyone.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small tips or shortcuts can make a big difference.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work together, we can overcome the challenge faster.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0" y="1097280"/>
            <a:ext cx="1554480" cy="173736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59552" y="16916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What You Learn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59552" y="208483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tips in a group chat so everyone benefits instantly.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78040" y="109728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51192" y="16916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Time Together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51192" y="208483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knowledge prevents everyone from solving the same problem twice.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2971800"/>
            <a:ext cx="1554480" cy="173736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59552" y="35661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Shortcuts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59552" y="39593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tricks and workarounds keep the whole team moving forward.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78040" y="297180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💪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51192" y="35661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Overcome Faster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51192" y="39593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helps each other adapts much faster than working alone.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SYSTEM CHANGE  |  Person 4: Helping the Team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89FE0"/>
          </a:solidFill>
          <a:ln w="12700">
            <a:solidFill>
              <a:srgbClr val="C89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STAYING POSITIVE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164592" cy="361188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44805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Also, having a positive mindset is very important.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complaining about the change, we should try to see the benefits.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the new system is faster or more efficient.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flexible and open to change makes the process easier.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attitude helps the whole team stay motivated.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532120" y="10972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5C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SHIFT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32120" y="1508760"/>
            <a:ext cx="1508760" cy="731520"/>
          </a:xfrm>
          <a:prstGeom prst="rect">
            <a:avLst/>
          </a:prstGeom>
          <a:solidFill>
            <a:srgbClr val="FFE5E5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1508760"/>
            <a:ext cx="1508760" cy="731520"/>
          </a:xfrm>
          <a:prstGeom prst="rect">
            <a:avLst/>
          </a:prstGeom>
          <a:solidFill>
            <a:srgbClr val="E5FFE5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50876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😞 Complaining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1508760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69480" y="150876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See the benefits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68296"/>
            <a:ext cx="1508760" cy="731520"/>
          </a:xfrm>
          <a:prstGeom prst="rect">
            <a:avLst/>
          </a:prstGeom>
          <a:solidFill>
            <a:srgbClr val="FFE5E5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2368296"/>
            <a:ext cx="1508760" cy="731520"/>
          </a:xfrm>
          <a:prstGeom prst="rect">
            <a:avLst/>
          </a:prstGeom>
          <a:solidFill>
            <a:srgbClr val="E5FFE5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368296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Fear change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368296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2368296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Be flexible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32120" y="3227832"/>
            <a:ext cx="1508760" cy="731520"/>
          </a:xfrm>
          <a:prstGeom prst="rect">
            <a:avLst/>
          </a:prstGeom>
          <a:solidFill>
            <a:srgbClr val="FFE5E5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3227832"/>
            <a:ext cx="1508760" cy="731520"/>
          </a:xfrm>
          <a:prstGeom prst="rect">
            <a:avLst/>
          </a:prstGeom>
          <a:solidFill>
            <a:srgbClr val="E5FFE5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322783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Resist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227832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69480" y="322783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Stay motivated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32120" y="4087368"/>
            <a:ext cx="1508760" cy="731520"/>
          </a:xfrm>
          <a:prstGeom prst="rect">
            <a:avLst/>
          </a:prstGeom>
          <a:solidFill>
            <a:srgbClr val="FFE5E5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9480" y="4087368"/>
            <a:ext cx="1508760" cy="731520"/>
          </a:xfrm>
          <a:prstGeom prst="rect">
            <a:avLst/>
          </a:prstGeom>
          <a:solidFill>
            <a:srgbClr val="E5FFE5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408736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Focus on hard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4087368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69480" y="408736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Focus on growth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SYSTEM CHANGE  |  Person 5: Staying Positive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560320"/>
            <a:ext cx="2926080" cy="2926080"/>
          </a:xfrm>
          <a:prstGeom prst="ellipse">
            <a:avLst/>
          </a:prstGeom>
          <a:solidFill>
            <a:srgbClr val="0F3460">
              <a:alpha val="62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E94560">
              <a:alpha val="5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🎤  CONCLUSION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2377440"/>
          </a:xfrm>
          <a:prstGeom prst="rect">
            <a:avLst/>
          </a:prstGeom>
          <a:solidFill>
            <a:srgbClr val="0F3460">
              <a:alpha val="90000"/>
            </a:srgbClr>
          </a:solidFill>
          <a:ln w="12700">
            <a:solidFill>
              <a:srgbClr val="2255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164592" cy="237744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conclude, sudden change can be difficult, but it is also an opportunity to grow.</a:t>
            </a:r>
            <a:endParaRPr lang="en-US" sz="15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learning quickly, supporting each other, and staying positive,</a:t>
            </a:r>
            <a:endParaRPr lang="en-US" sz="15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handle any change successfully.</a:t>
            </a:r>
            <a:endParaRPr lang="en-US" sz="15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end, strong teams don't fear change… they grow with it.</a:t>
            </a:r>
            <a:endParaRPr lang="en-US" sz="15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listening!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02920" y="3703320"/>
            <a:ext cx="256032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703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Learn Quickly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37560" y="3703320"/>
            <a:ext cx="256032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703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Support Each Other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2200" y="3703320"/>
            <a:ext cx="2560320" cy="10058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703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Stay Positive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25603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"Strong teams don't fear change… they grow with it."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Sudden System Change</dc:title>
  <dc:subject>PptxGenJS Presentation</dc:subject>
  <dc:creator>PptxGenJS</dc:creator>
  <cp:lastModifiedBy>PptxGenJS</cp:lastModifiedBy>
  <cp:revision>1</cp:revision>
  <dcterms:created xsi:type="dcterms:W3CDTF">2026-04-14T09:46:59Z</dcterms:created>
  <dcterms:modified xsi:type="dcterms:W3CDTF">2026-04-14T09:46:59Z</dcterms:modified>
</cp:coreProperties>
</file>