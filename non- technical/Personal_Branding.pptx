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630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0D1B2A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188720"/>
            <a:ext cx="64008" cy="25603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IT IN A MINUTE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Branding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your own brand.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building it?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  •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Personal Branding?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61184"/>
            <a:ext cx="8412480" cy="100584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0432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Branding is how you present yourself to the world — your skills, values,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reputation. It's what people say about you when you're not in the room.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606040" cy="2468880"/>
          </a:xfrm>
          <a:prstGeom prst="rect">
            <a:avLst/>
          </a:prstGeom>
          <a:solidFill>
            <a:srgbClr val="0D1B2A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231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😶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Invisible Online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presence = missed opportunities in jobs, clients &amp; networks.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331720"/>
            <a:ext cx="2606040" cy="2468880"/>
          </a:xfrm>
          <a:prstGeom prst="rect">
            <a:avLst/>
          </a:prstGeom>
          <a:solidFill>
            <a:srgbClr val="0D1B2A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4231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🤷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2944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Unclear Identity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33375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know who you are or what you stand for.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331720"/>
            <a:ext cx="2606040" cy="2468880"/>
          </a:xfrm>
          <a:prstGeom prst="rect">
            <a:avLst/>
          </a:prstGeom>
          <a:solidFill>
            <a:srgbClr val="0D1B2A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24231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29443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Lost Opportunities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3375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brand, someone less qualified gets the opportunity instead.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FEARS &amp; OBJECTIONS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Stops People?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828800" cy="2607243"/>
          </a:xfrm>
          <a:prstGeom prst="roundRect">
            <a:avLst>
              <a:gd name="adj" fmla="val 6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554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🙈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224028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"I'm afraid of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being judged"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560320" y="1417320"/>
            <a:ext cx="1828800" cy="2607243"/>
          </a:xfrm>
          <a:prstGeom prst="roundRect">
            <a:avLst>
              <a:gd name="adj" fmla="val 6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651760" y="1554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🤫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651760" y="224028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"I prefer to</a:t>
            </a:r>
          </a:p>
          <a:p>
            <a:pPr algn="ctr"/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stay private"</a:t>
            </a:r>
          </a:p>
        </p:txBody>
      </p:sp>
      <p:sp>
        <p:nvSpPr>
          <p:cNvPr id="12" name="Shape 9"/>
          <p:cNvSpPr/>
          <p:nvPr/>
        </p:nvSpPr>
        <p:spPr>
          <a:xfrm>
            <a:off x="4663440" y="1417320"/>
            <a:ext cx="1828800" cy="2607243"/>
          </a:xfrm>
          <a:prstGeom prst="roundRect">
            <a:avLst>
              <a:gd name="adj" fmla="val 6000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54880" y="1554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😩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754880" y="224028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"I don't know</a:t>
            </a:r>
          </a:p>
          <a:p>
            <a:pPr algn="ctr"/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start"</a:t>
            </a:r>
          </a:p>
        </p:txBody>
      </p:sp>
      <p:sp>
        <p:nvSpPr>
          <p:cNvPr id="15" name="Shape 12"/>
          <p:cNvSpPr/>
          <p:nvPr/>
        </p:nvSpPr>
        <p:spPr>
          <a:xfrm>
            <a:off x="6766560" y="1417320"/>
            <a:ext cx="1828800" cy="2607243"/>
          </a:xfrm>
          <a:prstGeom prst="roundRect">
            <a:avLst>
              <a:gd name="adj" fmla="val 6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54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🎭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858000" y="224028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"It feels fake</a:t>
            </a:r>
          </a:p>
          <a:p>
            <a:pPr algn="ctr"/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 forced"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Personal Branding Matters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0" cy="109728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1704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Value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 unique skills, passions, and what makes you stand out.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5029200" cy="1097280"/>
          </a:xfrm>
          <a:prstGeom prst="rect">
            <a:avLst/>
          </a:prstGeom>
          <a:solidFill>
            <a:srgbClr val="FFFBEA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496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4323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Online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81635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LinkedIn, portfolio, or social presence that reflects your brand.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21024"/>
            <a:ext cx="5029200" cy="109728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75818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6941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Consistent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407822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message, visuals, and tone should be the same everywhere.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1097280"/>
            <a:ext cx="306324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15000" y="118872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58000" y="129844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jobs are filled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networking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359152"/>
            <a:ext cx="306324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15000" y="2450592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58000" y="2560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employers Google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first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3621024"/>
            <a:ext cx="3063240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15000" y="3712464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858000" y="382219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job offers for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with strong brands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F5C51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840480"/>
            <a:ext cx="2286000" cy="2286000"/>
          </a:xfrm>
          <a:prstGeom prst="ellipse">
            <a:avLst/>
          </a:prstGeom>
          <a:solidFill>
            <a:srgbClr val="F5C51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Building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Brand Today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71600" y="212140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121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21031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yourself — see what comes up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76148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761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27432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LinkedIn profile this week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340156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33832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2-sentence personal pitch statement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4041648"/>
            <a:ext cx="411480" cy="41148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041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40233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one piece of value content online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4617720"/>
            <a:ext cx="6400800" cy="3200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617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brand is what other people say about you when you're not in the room."  — Jeff Bezos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293</Words>
  <Application>Microsoft Office PowerPoint</Application>
  <PresentationFormat>On-screen Show (16:9)</PresentationFormat>
  <Paragraphs>70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Branding</dc:title>
  <dc:subject>PptxGenJS Presentation</dc:subject>
  <dc:creator>PptxGenJS</dc:creator>
  <cp:lastModifiedBy>Ashraf Alaa Mohamed Gad</cp:lastModifiedBy>
  <cp:revision>3</cp:revision>
  <dcterms:created xsi:type="dcterms:W3CDTF">2026-04-20T09:33:42Z</dcterms:created>
  <dcterms:modified xsi:type="dcterms:W3CDTF">2026-04-20T09:44:31Z</dcterms:modified>
</cp:coreProperties>
</file>