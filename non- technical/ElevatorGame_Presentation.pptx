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548640"/>
            <a:ext cx="1005840" cy="10058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457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Elevator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94560" y="10515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Game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194560" y="1783080"/>
            <a:ext cx="64008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ect">
            <a:avLst/>
          </a:prstGeom>
          <a:solidFill>
            <a:srgbClr val="16233A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fire in a hotel. Fourteen people are trapped on the 26th floor, and only one elevator is working. The elevator can hold a maximum of 8 people and can go down only once.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task: As a group, decide which 8 people you will save — and explain why.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"Hello everyone. Today, we are playing The Elevator Game. We are using the Bounded Rationality Model."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Decision — The 8 People We Save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👩‍⚕️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7556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children's lives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05840"/>
            <a:ext cx="201168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👮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17556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Officer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121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6-month-old 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05840"/>
            <a:ext cx="201168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00600" y="17556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121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well to treatment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1005840"/>
            <a:ext cx="201168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86600" y="17556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21214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of 4 children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97180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71800"/>
            <a:ext cx="201168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👩‍🍳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28600" y="3721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for elderly mother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297180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14600" y="2971800"/>
            <a:ext cx="201168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🛍️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2514600" y="3721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Assistant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06040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17 years old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97180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971800"/>
            <a:ext cx="201168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📰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800600" y="3721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drug trades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86600" y="297180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86600" y="2971800"/>
            <a:ext cx="201168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3063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086600" y="3721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78040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Donates to the poor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"Under the Bounded Rationality Model, we chose a satisfactory group to save lives quickly."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Bounded Rationality?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E8EEF5"/>
          </a:solidFill>
          <a:ln w="12700">
            <a:solidFill>
              <a:srgbClr val="C5D0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Rationality</a:t>
            </a:r>
            <a:pPr algn="l" indent="0" marL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Making the best possible decision with limited time, limited info, and limited mental capacity.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116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21868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few minutes before the fire spreads. No time for deep analysis.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192024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920240"/>
            <a:ext cx="2697480" cy="7315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0116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46120" y="27889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Information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21868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know their jobs and ages — not their full value to society.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92024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920240"/>
            <a:ext cx="2697480" cy="731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0116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26480" y="27889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Enough Goal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21868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aim for a satisfactory decision to save as many as possible, as fast as possible.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"We chose Bounded Rationality for three reasons: Limited Time, Limited Information, and the Goal of a 'good enough' decision."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The Justification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What was the hardest part?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who stays behind without knowing them personally. Every life has equal value — but the elevator forced us to rank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91440" cy="11430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1401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Logic or Emotion?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Both. We used logic to pick useful roles (Doctor, Engineer), but emotion guided choices for the mother of 4 and the 17-year-old.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602736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02736"/>
            <a:ext cx="91440" cy="1143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124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If we had more time?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5993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might use the full Rational Model to compare every detail — but in a crisis, speed is more important than perfection.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"The hardest part was leaving people behind. Logic and emotion both played a role. More time = Rational Model."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Bounded Rationality in Real Life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life, we use Bounded Rationality all the time — without even realizing it: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4160520" cy="7315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8191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☕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— Choosing Coffee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doesn't research every café in the city. He walks in, sees a decent place, and orders. That's Bounded Rationality — satisficing instead of optimizing.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4160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08760"/>
            <a:ext cx="41605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58191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— Quoting a Project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816352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gets a call in 5 minutes from a big client. No time to calculate. He quotes higher than his last project and hopes it's fair. Limited time + limited info = Bounded Rationality.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E8EEF5"/>
          </a:solidFill>
          <a:ln w="12700">
            <a:solidFill>
              <a:srgbClr val="C5D0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We don't look for the perfect choice — we look for the satisfactory choice that works right now.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crisis, the Bounded Rationality Model is the best because it helps us act fast.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step is always defining the goal: in this case — Survival.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788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logic for roles, and emotion for dependents and age.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time, we would shift to the Rational Model for a more complete analysis.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Any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Elevator Decision-Making Game</dc:title>
  <dc:subject>PptxGenJS Presentation</dc:subject>
  <dc:creator>PptxGenJS</dc:creator>
  <cp:lastModifiedBy>PptxGenJS</cp:lastModifiedBy>
  <cp:revision>1</cp:revision>
  <dcterms:created xsi:type="dcterms:W3CDTF">2026-04-19T09:32:43Z</dcterms:created>
  <dcterms:modified xsi:type="dcterms:W3CDTF">2026-04-19T09:32:43Z</dcterms:modified>
</cp:coreProperties>
</file>